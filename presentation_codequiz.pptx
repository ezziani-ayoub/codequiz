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7C6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QUIZ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AACC"/>
                </a:solidFill>
              </a:rPr>
              <a:t>Application Mobile Android de Quiz de Programmation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926080"/>
            <a:ext cx="3657600" cy="36576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CC"/>
                </a:solidFill>
              </a:rPr>
              <a:t>Realise par 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Ayoub Ezziani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CC"/>
                </a:solidFill>
              </a:rPr>
              <a:t>Encadre par :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Prof. BOUSMAH Mohammed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CC"/>
                </a:solidFill>
              </a:rPr>
              <a:t>Module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Developpement Mobile  |  4DSIO G3  |  EMSI  |  2025/2026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0" y="50292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766560" y="1005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99"/>
                </a:solidFill>
              </a:rPr>
              <a:t>Questions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766560" y="15544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76656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99"/>
                </a:solidFill>
              </a:rPr>
              <a:t>Langages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766560" y="26060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766560" y="3108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99"/>
                </a:solidFill>
              </a:rPr>
              <a:t>Niveaux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66560" y="365760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66560" y="4160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8899"/>
                </a:solidFill>
              </a:rPr>
              <a:t>Bases de donnees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PLAN DE LA PRESENTATION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2 / 11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173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371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8016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Presentation du Projet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0312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0574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280160" y="2057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Fonctionnalites Principales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8892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" y="2743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280160" y="2743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Bases de Donnees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0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77240" y="34290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280160" y="3429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Interfaces de l'Application</a:t>
            </a:r>
            <a:endParaRPr lang="en-US" sz="13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160520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240" y="4114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1280160" y="41148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Carte des Joueurs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417320"/>
            <a:ext cx="256032" cy="25603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074920" y="13716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5577840" y="13716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Systeme de Progression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103120"/>
            <a:ext cx="256032" cy="25603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74920" y="20574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5577840" y="2057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Technologies Utilisees</a:t>
            </a:r>
            <a:endParaRPr lang="en-US" sz="13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788920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074920" y="2743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9" name="Text 19"/>
          <p:cNvSpPr/>
          <p:nvPr/>
        </p:nvSpPr>
        <p:spPr>
          <a:xfrm>
            <a:off x="5577840" y="27432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Deroulement du Projet</a:t>
            </a:r>
            <a:endParaRPr lang="en-US" sz="13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3474720"/>
            <a:ext cx="256032" cy="256032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074920" y="34290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2" name="Text 21"/>
          <p:cNvSpPr/>
          <p:nvPr/>
        </p:nvSpPr>
        <p:spPr>
          <a:xfrm>
            <a:off x="5577840" y="34290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Difficultes et Solutions</a:t>
            </a:r>
            <a:endParaRPr lang="en-US" sz="1300" dirty="0"/>
          </a:p>
        </p:txBody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4160520"/>
            <a:ext cx="256032" cy="25603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074920" y="41148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23"/>
          <p:cNvSpPr/>
          <p:nvPr/>
        </p:nvSpPr>
        <p:spPr>
          <a:xfrm>
            <a:off x="5577840" y="41148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Conclusion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CONTEXTE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du Projet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3 / 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80"/>
                </a:solidFill>
              </a:rPr>
              <a:t>Projet realise dans le cadre du module de Developpement Mobile en 4eme annee DSIO a l'EMSI. L'objectif etait de concevoir une application Android complete, fonctionnelle et professionnelle autour du theme du quiz interactif.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theme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80"/>
                </a:solidFill>
              </a:rPr>
              <a:t>Code Quiz permet aux etudiants et developpeurs de tester leurs connaissances en programmation (Java, Python, C, C++, JavaScript, SQL) avec un systeme de progression gamifie.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128016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389888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0352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30352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</a:rPr>
              <a:t>Langages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178040" y="128016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8988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78040" y="1737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2800" dirty="0"/>
          </a:p>
        </p:txBody>
      </p:sp>
      <p:sp>
        <p:nvSpPr>
          <p:cNvPr id="17" name="Text 13"/>
          <p:cNvSpPr/>
          <p:nvPr/>
        </p:nvSpPr>
        <p:spPr>
          <a:xfrm>
            <a:off x="717804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</a:rPr>
              <a:t>Questions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303520" y="274320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85292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6"/>
          <p:cNvSpPr/>
          <p:nvPr/>
        </p:nvSpPr>
        <p:spPr>
          <a:xfrm>
            <a:off x="530352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</a:rPr>
              <a:t>Niveaux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178040" y="274320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852928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78040" y="32004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19"/>
          <p:cNvSpPr/>
          <p:nvPr/>
        </p:nvSpPr>
        <p:spPr>
          <a:xfrm>
            <a:off x="7178040" y="36118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80"/>
                </a:solidFill>
              </a:rPr>
              <a:t>Grades joueur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FONCTIONNALITES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Fonctionnalites Principales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4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1848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356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Connexion et inscription via Firebase Auth avec profil utilisateur personnalise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325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61848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43560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39496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180 questions sur 6 langages avec timer 15s et melange aleatoire des reponses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65760" y="2514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80720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05840" y="26243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Deblocage Progressif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05840" y="2926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Niveaux Medium et Hard verrouilles — deblocables avec un score de 8/10 minimum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514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807208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94960" y="262432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de Profil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394960" y="2926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Prise de photo via la camera native Android, persistee entre les sessions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36576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995928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05840" y="38130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Mondiale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1005840" y="4114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Google Maps affichant tous les joueurs enregistres avec leur niveau et ville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75488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9472" y="3995928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94960" y="3813048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Local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5394960" y="4114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Toutes les sessions sauvegardees dans SQLite, consultables hors ligne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ARCHITECTURE DONNEES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Bases de Donnees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5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4023360" cy="3383280"/>
          </a:xfrm>
          <a:prstGeom prst="rect">
            <a:avLst/>
          </a:prstGeom>
          <a:solidFill>
            <a:srgbClr val="FFFFFF"/>
          </a:solidFill>
          <a:ln w="25400">
            <a:solidFill>
              <a:srgbClr val="7C6AF7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4023360" cy="50292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Base de donnees cloud NoSQL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04288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Profil utilisateur (nom, email, niveau)</a:t>
            </a:r>
            <a:endParaRPr lang="en-US" sz="11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157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Progression par langage (easyBest, mediumBest, hardBest)</a:t>
            </a:r>
            <a:endParaRPr lang="en-US" sz="11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27248"/>
            <a:ext cx="201168" cy="201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Localisation GPS (lat, lng, city)</a:t>
            </a:r>
            <a:endParaRPr lang="en-US" sz="11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3872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24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Synchronisation en temps reel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95020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724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Accessible depuis n'importe quel appareil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4754880" y="132588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754880" y="1325880"/>
            <a:ext cx="40233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846320" y="1371600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46320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Base de donnees embarquee Android</a:t>
            </a:r>
            <a:endParaRPr lang="en-US" sz="11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2304288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16636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Historique de toutes les sessions de quiz</a:t>
            </a:r>
            <a:endParaRPr lang="en-US" sz="11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2715768"/>
            <a:ext cx="201168" cy="20116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166360" y="2697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Langage | Niveau | Score | Date</a:t>
            </a:r>
            <a:endParaRPr lang="en-US" sz="11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3127248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166360" y="3108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Acces instantane sans connexion internet</a:t>
            </a:r>
            <a:endParaRPr lang="en-US" sz="11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538728"/>
            <a:ext cx="201168" cy="201168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5166360" y="3520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Suppression possible par l'utilisateur</a:t>
            </a:r>
            <a:endParaRPr lang="en-US" sz="1100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950208"/>
            <a:ext cx="201168" cy="20116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51663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Cle de filtrage : email de l'utilisateur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INTERFACES UTILISATEUR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Ecrans de l'Application — Partie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6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417320"/>
            <a:ext cx="19202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Firebase Auth avec email et mot de passe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0" y="1417320"/>
            <a:ext cx="192024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37560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Menu principal avec acces aux fonctionnalites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28016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7960" y="1417320"/>
            <a:ext cx="1920240" cy="2834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du Langage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17920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6 langages disponibles : Java, Python, C, C++, JS, SQL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INTERFACES UTILISATEUR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Ecrans de l'Application — Partie 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7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417320"/>
            <a:ext cx="1920240" cy="2834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Systeme de verrou : 8/10 requis pour debloquer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37560" y="128016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57600" y="1417320"/>
            <a:ext cx="1920240" cy="2834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3756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337560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Sessions sauvegardees localement via SQLite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280160"/>
            <a:ext cx="25603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37960" y="1417320"/>
            <a:ext cx="1920240" cy="2834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17920" y="43434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Joueurs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217920" y="4617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Google Maps avec tous les joueurs enregistres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FONCTIONNALITE CARTE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Mondiale des Joueurs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8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0" y="1188720"/>
            <a:ext cx="37490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66360" y="1325880"/>
            <a:ext cx="3474720" cy="3291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280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ca fonctionne ?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7647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L'utilisateur ouvre la carte depuis son profil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5856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24028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Le GPS detecte sa position en temps reel (PRIORITY_HIGH_ACCURACY)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734056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271576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La position est sauvegardee dans Firestore (lat, lng, city)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209544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1912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Tous les joueurs enregistres sont charges depuis Firestore</a:t>
            </a:r>
            <a:endParaRPr lang="en-US" sz="11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685032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366674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Marqueur bleu = vous | Marqueurs rouges = autres joueurs</a:t>
            </a:r>
            <a:endParaRPr lang="en-US" sz="11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160520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22960" y="414223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Tap sur un marqueur = nom, niveau et ville du joueur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GAMIFICATION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Systeme de Progression et Deblocage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9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560320" cy="43891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Toujours disponible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8600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Toujours ouvert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9718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AF7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3200400" y="12801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280160"/>
            <a:ext cx="256032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1307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3375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Debloque si Facile &gt;= 8/10</a:t>
            </a:r>
            <a:endParaRPr lang="en-US" sz="10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8600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00400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</a:rPr>
              <a:t>Score requis : 8/10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580644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6AF7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6"/>
          <p:cNvSpPr/>
          <p:nvPr/>
        </p:nvSpPr>
        <p:spPr>
          <a:xfrm>
            <a:off x="6035040" y="12801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280160"/>
            <a:ext cx="256032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035040" y="130759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17220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80"/>
                </a:solidFill>
              </a:rPr>
              <a:t>Debloque si Moyen &gt;= 8/10</a:t>
            </a:r>
            <a:endParaRPr lang="en-US" sz="10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2286000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035040" y="23957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Score requis : 8/10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65760" y="2926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Niveaux du Joueur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365760" y="338328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65760" y="3383280"/>
            <a:ext cx="1965960" cy="73152"/>
          </a:xfrm>
          <a:prstGeom prst="rect">
            <a:avLst/>
          </a:prstGeom>
          <a:solidFill>
            <a:srgbClr val="6B6B80"/>
          </a:solidFill>
          <a:ln w="12700">
            <a:solidFill>
              <a:srgbClr val="6B6B8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65760" y="3520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Debutant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365760" y="3977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6B80"/>
                </a:solidFill>
              </a:rPr>
              <a:t>0 pts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365760" y="4297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score cumule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2514600" y="338328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2514600" y="3383280"/>
            <a:ext cx="196596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514600" y="3520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Intermediaire</a:t>
            </a:r>
            <a:endParaRPr lang="en-US" sz="1300" dirty="0"/>
          </a:p>
        </p:txBody>
      </p:sp>
      <p:sp>
        <p:nvSpPr>
          <p:cNvPr id="35" name="Text 30"/>
          <p:cNvSpPr/>
          <p:nvPr/>
        </p:nvSpPr>
        <p:spPr>
          <a:xfrm>
            <a:off x="2514600" y="3977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5100"/>
                </a:solidFill>
              </a:rPr>
              <a:t>50 pts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2514600" y="4297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score cumule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4663440" y="338328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4663440" y="3383280"/>
            <a:ext cx="1965960" cy="73152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663440" y="3520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</a:t>
            </a:r>
            <a:endParaRPr lang="en-US" sz="1300" dirty="0"/>
          </a:p>
        </p:txBody>
      </p:sp>
      <p:sp>
        <p:nvSpPr>
          <p:cNvPr id="40" name="Text 35"/>
          <p:cNvSpPr/>
          <p:nvPr/>
        </p:nvSpPr>
        <p:spPr>
          <a:xfrm>
            <a:off x="4663440" y="3977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6AF7"/>
                </a:solidFill>
              </a:rPr>
              <a:t>100 pts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4663440" y="4297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score cumule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6812280" y="3383280"/>
            <a:ext cx="19659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812280" y="3383280"/>
            <a:ext cx="196596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6812280" y="352044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6812280" y="397764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32"/>
                </a:solidFill>
              </a:rPr>
              <a:t>150 pts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6812280" y="429768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score cumule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7C6AF7"/>
                </a:solidFill>
              </a:rPr>
              <a:t>STACK TECHNIQUE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Utilisees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80"/>
                </a:solidFill>
              </a:rPr>
              <a:t>10 / 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763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417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96112" y="176479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Langage de developpement principal de l'application Android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91840" y="132588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2763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22192" y="1417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822192" y="176479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IDE officiel Android — SDK cible API 36, minimum API 24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32588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627632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48272" y="141732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748272" y="176479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Authentification email/mot de passe — gestion des sessions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65760" y="251460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81635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96112" y="2606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896112" y="295351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Base de donnees cloud NoSQL — profil, progression, carte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91840" y="251460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2816352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22192" y="2606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3822192" y="295351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Base de donnees locale embarquee — historique des quiz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217920" y="251460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816352"/>
            <a:ext cx="292608" cy="29260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48272" y="26060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SDK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6748272" y="295351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Affichage de la carte et des marqueurs des joueurs (v18.2.0)</a:t>
            </a:r>
            <a:endParaRPr lang="en-US" sz="950" dirty="0"/>
          </a:p>
        </p:txBody>
      </p:sp>
      <p:sp>
        <p:nvSpPr>
          <p:cNvPr id="30" name="Shape 22"/>
          <p:cNvSpPr/>
          <p:nvPr/>
        </p:nvSpPr>
        <p:spPr>
          <a:xfrm>
            <a:off x="365760" y="37033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005072"/>
            <a:ext cx="292608" cy="29260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96112" y="37947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Location</a:t>
            </a:r>
            <a:endParaRPr lang="en-US" sz="1150" dirty="0"/>
          </a:p>
        </p:txBody>
      </p:sp>
      <p:sp>
        <p:nvSpPr>
          <p:cNvPr id="33" name="Text 24"/>
          <p:cNvSpPr/>
          <p:nvPr/>
        </p:nvSpPr>
        <p:spPr>
          <a:xfrm>
            <a:off x="896112" y="41422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Geolocalisation GPS haute precision (play-services v21.3.0)</a:t>
            </a:r>
            <a:endParaRPr lang="en-US" sz="950" dirty="0"/>
          </a:p>
        </p:txBody>
      </p:sp>
      <p:sp>
        <p:nvSpPr>
          <p:cNvPr id="34" name="Shape 25"/>
          <p:cNvSpPr/>
          <p:nvPr/>
        </p:nvSpPr>
        <p:spPr>
          <a:xfrm>
            <a:off x="3291840" y="37033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4005072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822192" y="37947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+ FileProvider</a:t>
            </a:r>
            <a:endParaRPr lang="en-US" sz="1150" dirty="0"/>
          </a:p>
        </p:txBody>
      </p:sp>
      <p:sp>
        <p:nvSpPr>
          <p:cNvPr id="37" name="Text 27"/>
          <p:cNvSpPr/>
          <p:nvPr/>
        </p:nvSpPr>
        <p:spPr>
          <a:xfrm>
            <a:off x="3822192" y="41422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Prise de photo profil via MediaStore avec stockage securise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6217920" y="3703320"/>
            <a:ext cx="2697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4005072"/>
            <a:ext cx="292608" cy="29260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748272" y="379476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SharedPreferences</a:t>
            </a:r>
            <a:endParaRPr lang="en-US" sz="1150" dirty="0"/>
          </a:p>
        </p:txBody>
      </p:sp>
      <p:sp>
        <p:nvSpPr>
          <p:cNvPr id="41" name="Text 30"/>
          <p:cNvSpPr/>
          <p:nvPr/>
        </p:nvSpPr>
        <p:spPr>
          <a:xfrm>
            <a:off x="6748272" y="4142232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80"/>
                </a:solidFill>
              </a:rPr>
              <a:t>Persistance legere locale — chemin photo de profil par utilisateur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7C6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200400" cy="36576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92024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9019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</a:rPr>
              <a:t>Toutes les exigences couvertes : Auth, 2 BDs, Camera, Localisation, Maps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50592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243230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</a:rPr>
              <a:t>180 questions sur 6 langages avec systeme de progression gamifie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80944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96265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</a:rPr>
              <a:t>Architecture propre et code organise en 14 classes Java distinctes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1129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349300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DD"/>
                </a:solidFill>
              </a:rPr>
              <a:t>Application testee et fonctionnelle sur emulateur Android API 36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57200" y="4069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6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457200" y="44074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99"/>
                </a:solidFill>
              </a:rPr>
              <a:t>Leaderboard mondial  •  Mode multijoueur  •  Defis quotidiens  •  Publication Play Store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400800" y="1463040"/>
            <a:ext cx="2468880" cy="3200400"/>
          </a:xfrm>
          <a:prstGeom prst="rect">
            <a:avLst/>
          </a:prstGeom>
          <a:solidFill>
            <a:srgbClr val="22224A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644652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Ayoub Ezziani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44652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4DSIO — Groupe 3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644652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</a:rPr>
              <a:t>EMSI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766560" y="2697480"/>
            <a:ext cx="1737360" cy="36576"/>
          </a:xfrm>
          <a:prstGeom prst="rect">
            <a:avLst/>
          </a:prstGeom>
          <a:solidFill>
            <a:srgbClr val="7C6AF7"/>
          </a:solidFill>
          <a:ln w="12700">
            <a:solidFill>
              <a:srgbClr val="7C6AF7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644652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99"/>
                </a:solidFill>
              </a:rPr>
              <a:t>Encadre par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6446520" y="3108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Prof. BOUSMAH Mohammed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644652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6AF7"/>
                </a:solidFill>
              </a:rPr>
              <a:t>2025 / 2026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446520" y="41605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99"/>
                </a:solidFill>
              </a:rPr>
              <a:t>Merci pour votre attention.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66"/>
                </a:solidFill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Quiz — Presentation</dc:title>
  <dc:subject>PptxGenJS Presentation</dc:subject>
  <dc:creator>Ayoub Ezziani</dc:creator>
  <cp:lastModifiedBy>Ayoub Ezziani</cp:lastModifiedBy>
  <cp:revision>1</cp:revision>
  <dcterms:created xsi:type="dcterms:W3CDTF">2026-05-12T18:18:51Z</dcterms:created>
  <dcterms:modified xsi:type="dcterms:W3CDTF">2026-05-12T18:18:51Z</dcterms:modified>
</cp:coreProperties>
</file>